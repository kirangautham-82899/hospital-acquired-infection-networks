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P30: Koopman/EDMD Forecasting of MRSA Spread</a:t>
            </a:r>
          </a:p>
          <a:p>
            <a:pPr>
              <a:defRPr sz="3400" b="1">
                <a:solidFill>
                  <a:srgbClr val="1B3A5C"/>
                </a:solidFill>
              </a:defRPr>
            </a:pPr>
            <a:r>
              <a:t>on a Hospital Contact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CMDS Course Project · M.Tech Data Science · Amrita Vishwa Vidyapeetham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Topic P30 · First review: October 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Hospital-acquired MRSA spreads through person-to-person contact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Infection-control resources (isolation, cohorting, screening) are finite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Which ward, if any, is disproportionately responsible for spread?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Would intervening there actually help more than a blanket or random policy?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RQ1: Does lifting ward-level MRSA prevalence into a Koopman/EDMD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framework forecast outbreak trajectories better than simple baselines?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RQ2: Do the resulting Koopman eigenmodes identify “superspreader”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wards better than plain network centrality?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Answered honestly against a SIMULATED GROUND TRUTH, not just in-sample fit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Data: the I-Bird Hospital Contact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200-bed long-term/rehabilitation hospital, Berck-sur-Mer, France, 2009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Obadia et al. 2015 (PLOS Comput Biol); Duval et al. 2018 (Sci Rep)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admission.csv: 795 people (452 patients, 343 staff), 6 ward groups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mat.day.csv: 124,924 contact records, 589 people, 19,974 unique pairs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microbio.csv: 6,728 MRSA swabs, 295 people MRSA-positive at least once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P1 data audit: all 19 reference numbers independently re-verified exactly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The Contact Network, Colored by Ward</a:t>
            </a:r>
          </a:p>
        </p:txBody>
      </p:sp>
      <p:pic>
        <p:nvPicPr>
          <p:cNvPr id="3" name="Picture 2" descr="p2_network_by_ward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12064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28016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Clear within-ward clustering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“Other” (staff, brown) bridges wards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90.3% of contact-seconds are within-ward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Ward contact matrix W built from raw bidirectional contact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Figure: 589-person contact network, node color = ward group.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Pipeline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P1 Data audit  →  P2 Contact network + ward matrix W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P3 Real weekly prevalence  →  P4 Individual-level SIS simulation + calibration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P5 EDMD dictionaries (D1/D2/D3)  →  P6 Ridge-regularized EDMD fit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P7 Eigenmode analysis  →  P8 Real-data forecasting validation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P9 Superspreader risk score vs. centrality  →  P10 Intervention simulation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P11 Robustness experiments E1–E8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179 automated tests throughout; every design decision logged and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Individual-Level SIS Simulation (P4)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Daily stochastic SIS on the 589-person contact network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P(transmit) = 1 − exp(−β·contact hours with infected neighbors)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Verified analytically: matched a closed-form solution over 20,000 replicates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Calibrated to real weekly prevalence (weeks 0–11), 320-point grid search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FINDING: calibration sits on a wide, weakly-identified loss ridge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— only ~16 real weekly snapshots to calibrate against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300 simulated training trajectories generated for EDMD 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Best fit: β=6.8×10⁻⁴/hr, γ=1.7×10⁻³/day — 16 of 320 grid points within 10% of best loss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Three EDMD Dictionaries (P5)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D1 (linear): [1, x] — 7 features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D2 (degree-2 polynomial): [1, x, x², cross terms] — 28 features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D3 (contact-weighted): [1, x, x², Wx, x⊙(Wx)] — 25 features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D3 is the one dictionary meant to inject network 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Major Finding: D3 Adds No Function Space Beyond D2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PROVEN ANALYTICALLY, before building anything on top of it: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Wx is a linear function of x → spans exactly the same subspace as x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x·(Wx) is a fixed linear combination of D2's own square/cross terms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→ D3's effective rank ceiling: 19 of its 25 raw features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CONFIRMED EMPIRICALLY: fitted D3 operator has rank(K) = 19 exactly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D1 (rank 7/7) and D2 (rank 28/28) are both full rank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Consequence: D3 tests whether a contact-structured PRIOR helps —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never “injects network information,” since it structurally cannot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EDMD Fit Results (P6)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Ridge regression, written from scratch in NumPy (no external Koopman library)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Constant feature excluded from scaling AND the ridge penalty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λ selected on validation split, mean RMSE over forecast horizons 1–4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HONEST RESULT: D1, D2, D3 perform almost identically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Test h=1 RMSE: D1=0.00748, D2=0.00758, D3=0.00747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All beat persistence by 12–13% at h=1, growing to 25–27% by h=4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D3 edges out D2 very slightly, despite having less effective capacity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Eigenmode Analysis (P7): a Disagreement Worth Tracking</a:t>
            </a:r>
          </a:p>
        </p:txBody>
      </p:sp>
      <p:pic>
        <p:nvPicPr>
          <p:cNvPr id="3" name="Picture 2" descr="p7_eigenvalue_spectrum_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12064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28016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Dominant (most persistent) mode's top ward: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D1 says Menard 1 (45.2% share)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D2 and D3 agree: Sorrel 1 (~42% share)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D3's 6 spurious null-space eigenvalues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(from the proven rank deficiency) sit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near the origin, cleanly separated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from the 19 real modes near |λ|=1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This disagreement is NOT resolved from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eigenmodes alone — tested next against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simulated ground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Figure: D3's eigenvalue spectrum — real modes (blue) vs. spurious null-space modes (red).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Real-Data Forecasting Validation (P8)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First time the fitted K touches real data (deliberately held back until now)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New baselines built: network-exposure linear model, ward-level SIS model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HONEST RESULT on the holdout period (weeks 12–16):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D1/D2/D3 statistically indistinguishable from persistence at h=1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historical_mean overtakes everything by h=3–4 (skill ≈0.20)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Plausible cause: K trained on simulated trajectories sitting on P4's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weakly-identified calibration ridge — may not transfer a strong edge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Central Question: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Koopman Eigenmodes vs. Simple Centrality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Simulated Superspreader Ground Truth (P9)</a:t>
            </a:r>
          </a:p>
        </p:txBody>
      </p:sp>
      <p:pic>
        <p:nvPicPr>
          <p:cNvPr id="3" name="Picture 2" descr="p9_ground_truth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949440" cy="39711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28016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Ground truth: cut each ward's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contacts 50%, measure the drop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in colonized person-days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(100 replicates, common random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numbers, paired comparison)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Ranking: Menard 1 &gt; Sorrel 1 &gt;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Menard 2 &gt; Sorrel 2 &gt; Sorrel 0 &gt;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Figure: drop in colonized person-days per ward, error bars = per-replicate std.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Risk Score vs. Ground Truth: Spearman 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Candidate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p-value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degree_centrality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0.0048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eigenvector_centrality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0.111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koopman_D2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0.266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koopman_D3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0.397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betweenness_centrality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0.552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koopman_D1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0.623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222222"/>
                </a:solidFill>
              </a:defRPr>
            </a:pPr>
            <a:r>
              <a:t>Simple degree centrality (a ward's raw contact volume, no Koopman machinery) predicts the ground</a:t>
            </a:r>
            <a:br/>
            <a:r>
              <a:t>truth far better than any Koopman eigenmode score — the only candidate surviving Bonferroni correction.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The Same Pattern, Visually</a:t>
            </a:r>
          </a:p>
        </p:txBody>
      </p:sp>
      <p:pic>
        <p:nvPicPr>
          <p:cNvPr id="3" name="Picture 2" descr="p9_ran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94944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28016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ground_truth, degree_centrality,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and eigenvector_centrality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columns look nearly identical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The three koopman columns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look comparatively scrambled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Nuance: koopman_D1 DOES pick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the #1 ward correctly (Menard 1)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— but has the worst OVERALL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rank correlation of the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Figure: ward ranks (1=highest) across all candidates and the ground truth.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Intervention Simulation (P10): Targeting Matters</a:t>
            </a:r>
          </a:p>
        </p:txBody>
      </p:sp>
      <p:pic>
        <p:nvPicPr>
          <p:cNvPr id="3" name="Picture 2" descr="p10_drop_vs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94944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28016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Equal-budget framework: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budget = k × reduction fraction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Every TARGETED strategy beats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BOTH untargeted strategies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(random, whole-hospital) at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every matching budget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At k=2: koopman_D2/D3 slightly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beats degree-targeting — a higher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overall correlation doesn't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guarantee the better k=2 pick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Figure: drop in colonized person-days vs. budget, by strategy.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Robustness: Experiments E1–E8 (P11)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Probes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Seed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ρ=0.943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λ sensitivity (0.1×/10×)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max ratio dev. 3.3%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Replicate count (30/300)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ρ=1.000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Calibration ridge-point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ρ=1.000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W's time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ρ=1.000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Patients-only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ρ≈1.000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Missing-data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ρ=1.000 (model ranking)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D3 structural redundancy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ratio=0.998, same dominant ward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222222"/>
                </a:solidFill>
              </a:defRPr>
            </a:pPr>
            <a:r>
              <a:t>Every major conclusion is stable across seed, replicate count, calibration point, network</a:t>
            </a:r>
            <a:br/>
            <a:r>
              <a:t>time-window, population, missing-data handling, and λ choice.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The Koopman/EDMD machinery works and was built/verified rigorously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(exact recovery on synthetic systems, closed-form agreement, 179 tests)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On THIS dataset, it does not outperform simpler alternatives — reported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honestly, with three concrete, verifiable reasons: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(a) SIS calibration sits on a weakly-identified ridge (~16 real snapshots)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(b) D3, the “network-aware” dictionary, is PROVABLY no richer than D2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(c) raw ward contact volume is a strong, nearly-free predictor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Targeting still matters enormously, independent of which score is used —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a practically actionable finding that survives every robustness check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About 16 real weekly snapshots only — root cause of the calibration ridge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Time-invariant K vs. a time-varying contact network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Only 6 ward groups — rank statistics are inherently weak (n=6)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No admission/discharge dates, single hospital, single 4-month window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No transfer records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Built a complete, rigorously-tested pipeline: real network → calibrated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SIS simulator → EDMD → eigenmodes → validated against simulated ground truth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Honest answer: network-aware Koopman eigenmodes do not beat simple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degree centrality for THIS dataset — traced to specific, understood causes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“Some form of targeting beats none” is robust and practically useful</a:t>
            </a:r>
          </a:p>
          <a:p>
            <a:pPr>
              <a:spcAft>
                <a:spcPts val="1000"/>
              </a:spcAft>
              <a:defRPr sz="2000">
                <a:solidFill>
                  <a:srgbClr val="C0392B"/>
                </a:solidFill>
              </a:defRPr>
            </a:pPr>
            <a:r>
              <a:t>• FUTURE WORK: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Genuinely time-varying, network-weighted dictionary (week-specific W_t)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</a:defRPr>
            </a:pPr>
            <a:r>
              <a:t>   - Larger / multi-site real dataset to better identify the SIS calibration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Obadia, T., Silhol, R., Opatowski, L., Temime, L., Legrand, J.,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Thiébaut, A.C.M., et al. (2015). Detailed Contact Data and the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Dissemination of Staphylococcus aureus in Hospitals.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PLOS Computational Biology, 11(3):e1004170.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Duval, A., Obadia, T., Martinet, L., Boëlle, P.Y., Fleury, E.,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Guillemot, D., et al. (2018). Measuring dynamic social contacts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in a rehabilitation hospital: effect of wards, patient and staff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characteristics. Scientific Reports, 8:1686.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